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3" r:id="rId8"/>
    <p:sldId id="264" r:id="rId9"/>
    <p:sldId id="266" r:id="rId10"/>
    <p:sldId id="265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28A218-1123-4628-9AF8-FD3A5F418374}" v="321" dt="2025-06-20T18:07:56.7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bavath Lavanya" userId="29785cd835c4d4f3" providerId="LiveId" clId="{FF28A218-1123-4628-9AF8-FD3A5F418374}"/>
    <pc:docChg chg="undo redo custSel addSld delSld modSld">
      <pc:chgData name="Sabavath Lavanya" userId="29785cd835c4d4f3" providerId="LiveId" clId="{FF28A218-1123-4628-9AF8-FD3A5F418374}" dt="2025-06-20T18:08:14.302" v="6832" actId="255"/>
      <pc:docMkLst>
        <pc:docMk/>
      </pc:docMkLst>
      <pc:sldChg chg="addSp delSp modSp mod setBg">
        <pc:chgData name="Sabavath Lavanya" userId="29785cd835c4d4f3" providerId="LiveId" clId="{FF28A218-1123-4628-9AF8-FD3A5F418374}" dt="2025-06-20T18:08:14.302" v="6832" actId="255"/>
        <pc:sldMkLst>
          <pc:docMk/>
          <pc:sldMk cId="211791997" sldId="256"/>
        </pc:sldMkLst>
        <pc:spChg chg="mod">
          <ac:chgData name="Sabavath Lavanya" userId="29785cd835c4d4f3" providerId="LiveId" clId="{FF28A218-1123-4628-9AF8-FD3A5F418374}" dt="2025-06-20T18:08:14.302" v="6832" actId="255"/>
          <ac:spMkLst>
            <pc:docMk/>
            <pc:sldMk cId="211791997" sldId="256"/>
            <ac:spMk id="5" creationId="{B9E459DE-21A3-2BA3-CB79-25147C919BA2}"/>
          </ac:spMkLst>
        </pc:spChg>
        <pc:picChg chg="add del">
          <ac:chgData name="Sabavath Lavanya" userId="29785cd835c4d4f3" providerId="LiveId" clId="{FF28A218-1123-4628-9AF8-FD3A5F418374}" dt="2025-06-17T16:40:17.345" v="1156" actId="21"/>
          <ac:picMkLst>
            <pc:docMk/>
            <pc:sldMk cId="211791997" sldId="256"/>
            <ac:picMk id="7" creationId="{31644EE2-2CA2-CB2F-EB12-20D50886B1EB}"/>
          </ac:picMkLst>
        </pc:picChg>
        <pc:picChg chg="del mod">
          <ac:chgData name="Sabavath Lavanya" userId="29785cd835c4d4f3" providerId="LiveId" clId="{FF28A218-1123-4628-9AF8-FD3A5F418374}" dt="2025-06-20T17:56:58.416" v="6704" actId="21"/>
          <ac:picMkLst>
            <pc:docMk/>
            <pc:sldMk cId="211791997" sldId="256"/>
            <ac:picMk id="9" creationId="{D3674C59-8D97-1BFB-C1A7-0919ED31C1FB}"/>
          </ac:picMkLst>
        </pc:picChg>
      </pc:sldChg>
      <pc:sldChg chg="modSp mod">
        <pc:chgData name="Sabavath Lavanya" userId="29785cd835c4d4f3" providerId="LiveId" clId="{FF28A218-1123-4628-9AF8-FD3A5F418374}" dt="2025-06-17T16:41:34.451" v="1174" actId="20577"/>
        <pc:sldMkLst>
          <pc:docMk/>
          <pc:sldMk cId="269565625" sldId="257"/>
        </pc:sldMkLst>
        <pc:spChg chg="mod">
          <ac:chgData name="Sabavath Lavanya" userId="29785cd835c4d4f3" providerId="LiveId" clId="{FF28A218-1123-4628-9AF8-FD3A5F418374}" dt="2025-06-17T16:22:58.452" v="631" actId="122"/>
          <ac:spMkLst>
            <pc:docMk/>
            <pc:sldMk cId="269565625" sldId="257"/>
            <ac:spMk id="2" creationId="{7B367296-DC12-8384-534A-10E752DF80D8}"/>
          </ac:spMkLst>
        </pc:spChg>
        <pc:spChg chg="mod">
          <ac:chgData name="Sabavath Lavanya" userId="29785cd835c4d4f3" providerId="LiveId" clId="{FF28A218-1123-4628-9AF8-FD3A5F418374}" dt="2025-06-17T16:41:34.451" v="1174" actId="20577"/>
          <ac:spMkLst>
            <pc:docMk/>
            <pc:sldMk cId="269565625" sldId="257"/>
            <ac:spMk id="3" creationId="{556B9CC6-37F2-16B2-03C1-342DA86D509A}"/>
          </ac:spMkLst>
        </pc:spChg>
      </pc:sldChg>
      <pc:sldChg chg="modSp new mod setBg">
        <pc:chgData name="Sabavath Lavanya" userId="29785cd835c4d4f3" providerId="LiveId" clId="{FF28A218-1123-4628-9AF8-FD3A5F418374}" dt="2025-06-17T16:43:37.429" v="1188" actId="20577"/>
        <pc:sldMkLst>
          <pc:docMk/>
          <pc:sldMk cId="50028731" sldId="258"/>
        </pc:sldMkLst>
        <pc:spChg chg="mod">
          <ac:chgData name="Sabavath Lavanya" userId="29785cd835c4d4f3" providerId="LiveId" clId="{FF28A218-1123-4628-9AF8-FD3A5F418374}" dt="2025-06-17T16:22:51.096" v="630" actId="122"/>
          <ac:spMkLst>
            <pc:docMk/>
            <pc:sldMk cId="50028731" sldId="258"/>
            <ac:spMk id="2" creationId="{D2ABD4C0-5F65-E3C0-9630-19CD7A19C185}"/>
          </ac:spMkLst>
        </pc:spChg>
        <pc:spChg chg="mod">
          <ac:chgData name="Sabavath Lavanya" userId="29785cd835c4d4f3" providerId="LiveId" clId="{FF28A218-1123-4628-9AF8-FD3A5F418374}" dt="2025-06-17T16:43:37.429" v="1188" actId="20577"/>
          <ac:spMkLst>
            <pc:docMk/>
            <pc:sldMk cId="50028731" sldId="258"/>
            <ac:spMk id="3" creationId="{D8D62A51-F984-26FB-D033-FEB9A42EEEF0}"/>
          </ac:spMkLst>
        </pc:spChg>
      </pc:sldChg>
      <pc:sldChg chg="addSp modSp new mod setBg">
        <pc:chgData name="Sabavath Lavanya" userId="29785cd835c4d4f3" providerId="LiveId" clId="{FF28A218-1123-4628-9AF8-FD3A5F418374}" dt="2025-06-20T16:34:10.192" v="5867" actId="207"/>
        <pc:sldMkLst>
          <pc:docMk/>
          <pc:sldMk cId="1661053141" sldId="259"/>
        </pc:sldMkLst>
        <pc:spChg chg="mod">
          <ac:chgData name="Sabavath Lavanya" userId="29785cd835c4d4f3" providerId="LiveId" clId="{FF28A218-1123-4628-9AF8-FD3A5F418374}" dt="2025-06-18T11:16:16.126" v="1476" actId="20577"/>
          <ac:spMkLst>
            <pc:docMk/>
            <pc:sldMk cId="1661053141" sldId="259"/>
            <ac:spMk id="2" creationId="{7FFE6E73-7629-5A5F-9EC5-88450DCBBE7B}"/>
          </ac:spMkLst>
        </pc:spChg>
        <pc:spChg chg="mod">
          <ac:chgData name="Sabavath Lavanya" userId="29785cd835c4d4f3" providerId="LiveId" clId="{FF28A218-1123-4628-9AF8-FD3A5F418374}" dt="2025-06-20T16:34:10.192" v="5867" actId="207"/>
          <ac:spMkLst>
            <pc:docMk/>
            <pc:sldMk cId="1661053141" sldId="259"/>
            <ac:spMk id="3" creationId="{9A06F422-16DC-6B36-2E6A-AE5AEC012951}"/>
          </ac:spMkLst>
        </pc:spChg>
        <pc:picChg chg="add mod">
          <ac:chgData name="Sabavath Lavanya" userId="29785cd835c4d4f3" providerId="LiveId" clId="{FF28A218-1123-4628-9AF8-FD3A5F418374}" dt="2025-06-19T12:35:58.768" v="2346" actId="1440"/>
          <ac:picMkLst>
            <pc:docMk/>
            <pc:sldMk cId="1661053141" sldId="259"/>
            <ac:picMk id="5" creationId="{29C88DD9-356A-78BE-7E20-4CBBAA6E0F8F}"/>
          </ac:picMkLst>
        </pc:picChg>
        <pc:picChg chg="add mod">
          <ac:chgData name="Sabavath Lavanya" userId="29785cd835c4d4f3" providerId="LiveId" clId="{FF28A218-1123-4628-9AF8-FD3A5F418374}" dt="2025-06-19T12:36:08.967" v="2347" actId="1440"/>
          <ac:picMkLst>
            <pc:docMk/>
            <pc:sldMk cId="1661053141" sldId="259"/>
            <ac:picMk id="7" creationId="{8CF946AE-B17C-4082-39E9-D1C076028AAA}"/>
          </ac:picMkLst>
        </pc:picChg>
      </pc:sldChg>
      <pc:sldChg chg="modSp new mod setBg">
        <pc:chgData name="Sabavath Lavanya" userId="29785cd835c4d4f3" providerId="LiveId" clId="{FF28A218-1123-4628-9AF8-FD3A5F418374}" dt="2025-06-20T17:52:04.783" v="6700" actId="20577"/>
        <pc:sldMkLst>
          <pc:docMk/>
          <pc:sldMk cId="1825724874" sldId="260"/>
        </pc:sldMkLst>
        <pc:spChg chg="mod">
          <ac:chgData name="Sabavath Lavanya" userId="29785cd835c4d4f3" providerId="LiveId" clId="{FF28A218-1123-4628-9AF8-FD3A5F418374}" dt="2025-06-18T11:46:59.185" v="1675" actId="207"/>
          <ac:spMkLst>
            <pc:docMk/>
            <pc:sldMk cId="1825724874" sldId="260"/>
            <ac:spMk id="2" creationId="{EFAAF50A-C979-9FAB-5A30-AE322F7C3C40}"/>
          </ac:spMkLst>
        </pc:spChg>
        <pc:spChg chg="mod">
          <ac:chgData name="Sabavath Lavanya" userId="29785cd835c4d4f3" providerId="LiveId" clId="{FF28A218-1123-4628-9AF8-FD3A5F418374}" dt="2025-06-20T17:52:04.783" v="6700" actId="20577"/>
          <ac:spMkLst>
            <pc:docMk/>
            <pc:sldMk cId="1825724874" sldId="260"/>
            <ac:spMk id="3" creationId="{8F801B46-989F-31AB-55A1-A3BC209F9F27}"/>
          </ac:spMkLst>
        </pc:spChg>
      </pc:sldChg>
      <pc:sldChg chg="addSp delSp modSp new del mod setBg modClrScheme chgLayout">
        <pc:chgData name="Sabavath Lavanya" userId="29785cd835c4d4f3" providerId="LiveId" clId="{FF28A218-1123-4628-9AF8-FD3A5F418374}" dt="2025-06-20T16:18:49.995" v="5566" actId="2696"/>
        <pc:sldMkLst>
          <pc:docMk/>
          <pc:sldMk cId="2812070895" sldId="261"/>
        </pc:sldMkLst>
        <pc:spChg chg="del">
          <ac:chgData name="Sabavath Lavanya" userId="29785cd835c4d4f3" providerId="LiveId" clId="{FF28A218-1123-4628-9AF8-FD3A5F418374}" dt="2025-06-19T11:05:03.910" v="2212" actId="700"/>
          <ac:spMkLst>
            <pc:docMk/>
            <pc:sldMk cId="2812070895" sldId="261"/>
            <ac:spMk id="2" creationId="{675AA7FE-07C9-3DF4-811E-40CE8F9931DD}"/>
          </ac:spMkLst>
        </pc:spChg>
        <pc:spChg chg="del">
          <ac:chgData name="Sabavath Lavanya" userId="29785cd835c4d4f3" providerId="LiveId" clId="{FF28A218-1123-4628-9AF8-FD3A5F418374}" dt="2025-06-19T11:05:03.910" v="2212" actId="700"/>
          <ac:spMkLst>
            <pc:docMk/>
            <pc:sldMk cId="2812070895" sldId="261"/>
            <ac:spMk id="3" creationId="{C2283ACA-D59F-D315-A23B-D175BD47D65B}"/>
          </ac:spMkLst>
        </pc:spChg>
        <pc:graphicFrameChg chg="add mod">
          <ac:chgData name="Sabavath Lavanya" userId="29785cd835c4d4f3" providerId="LiveId" clId="{FF28A218-1123-4628-9AF8-FD3A5F418374}" dt="2025-06-19T11:44:47.609" v="2224" actId="1957"/>
          <ac:graphicFrameMkLst>
            <pc:docMk/>
            <pc:sldMk cId="2812070895" sldId="261"/>
            <ac:graphicFrameMk id="13" creationId="{91A6FE6D-6269-CFA6-A1D5-D6C246476418}"/>
          </ac:graphicFrameMkLst>
        </pc:graphicFrameChg>
        <pc:picChg chg="add del mod">
          <ac:chgData name="Sabavath Lavanya" userId="29785cd835c4d4f3" providerId="LiveId" clId="{FF28A218-1123-4628-9AF8-FD3A5F418374}" dt="2025-06-19T11:28:51.660" v="2220" actId="21"/>
          <ac:picMkLst>
            <pc:docMk/>
            <pc:sldMk cId="2812070895" sldId="261"/>
            <ac:picMk id="7" creationId="{AF2246C1-5F4B-C9A7-0EAB-49ED749508F9}"/>
          </ac:picMkLst>
        </pc:picChg>
        <pc:picChg chg="add del mod">
          <ac:chgData name="Sabavath Lavanya" userId="29785cd835c4d4f3" providerId="LiveId" clId="{FF28A218-1123-4628-9AF8-FD3A5F418374}" dt="2025-06-19T11:28:26.526" v="2217" actId="21"/>
          <ac:picMkLst>
            <pc:docMk/>
            <pc:sldMk cId="2812070895" sldId="261"/>
            <ac:picMk id="8" creationId="{744069A0-B043-E414-1437-E1AF76C172BB}"/>
          </ac:picMkLst>
        </pc:picChg>
        <pc:picChg chg="add del mod">
          <ac:chgData name="Sabavath Lavanya" userId="29785cd835c4d4f3" providerId="LiveId" clId="{FF28A218-1123-4628-9AF8-FD3A5F418374}" dt="2025-06-19T11:28:58.552" v="2222" actId="21"/>
          <ac:picMkLst>
            <pc:docMk/>
            <pc:sldMk cId="2812070895" sldId="261"/>
            <ac:picMk id="9" creationId="{F15967F0-DF2F-1688-8D5B-7C98DABD10EE}"/>
          </ac:picMkLst>
        </pc:picChg>
        <pc:picChg chg="add del mod">
          <ac:chgData name="Sabavath Lavanya" userId="29785cd835c4d4f3" providerId="LiveId" clId="{FF28A218-1123-4628-9AF8-FD3A5F418374}" dt="2025-06-19T11:28:55.319" v="2221" actId="21"/>
          <ac:picMkLst>
            <pc:docMk/>
            <pc:sldMk cId="2812070895" sldId="261"/>
            <ac:picMk id="10" creationId="{F337D121-3123-399A-1DE4-317DCEBA579B}"/>
          </ac:picMkLst>
        </pc:picChg>
        <pc:picChg chg="add del">
          <ac:chgData name="Sabavath Lavanya" userId="29785cd835c4d4f3" providerId="LiveId" clId="{FF28A218-1123-4628-9AF8-FD3A5F418374}" dt="2025-06-19T11:50:24.046" v="2237" actId="21"/>
          <ac:picMkLst>
            <pc:docMk/>
            <pc:sldMk cId="2812070895" sldId="261"/>
            <ac:picMk id="15" creationId="{0CEA44E7-DD29-A39A-0447-0139ABAF4EA2}"/>
          </ac:picMkLst>
        </pc:picChg>
        <pc:picChg chg="add mod">
          <ac:chgData name="Sabavath Lavanya" userId="29785cd835c4d4f3" providerId="LiveId" clId="{FF28A218-1123-4628-9AF8-FD3A5F418374}" dt="2025-06-19T11:51:23.896" v="2240" actId="1076"/>
          <ac:picMkLst>
            <pc:docMk/>
            <pc:sldMk cId="2812070895" sldId="261"/>
            <ac:picMk id="17" creationId="{8F74CC62-0CFC-7281-F078-9C4E3305103D}"/>
          </ac:picMkLst>
        </pc:picChg>
      </pc:sldChg>
      <pc:sldChg chg="addSp delSp modSp new mod setBg">
        <pc:chgData name="Sabavath Lavanya" userId="29785cd835c4d4f3" providerId="LiveId" clId="{FF28A218-1123-4628-9AF8-FD3A5F418374}" dt="2025-06-20T16:35:10.201" v="5875" actId="207"/>
        <pc:sldMkLst>
          <pc:docMk/>
          <pc:sldMk cId="962484102" sldId="262"/>
        </pc:sldMkLst>
        <pc:spChg chg="del">
          <ac:chgData name="Sabavath Lavanya" userId="29785cd835c4d4f3" providerId="LiveId" clId="{FF28A218-1123-4628-9AF8-FD3A5F418374}" dt="2025-06-19T12:28:12.013" v="2322" actId="21"/>
          <ac:spMkLst>
            <pc:docMk/>
            <pc:sldMk cId="962484102" sldId="262"/>
            <ac:spMk id="2" creationId="{92996E6B-F244-1131-BD3C-DD7BC4B341C7}"/>
          </ac:spMkLst>
        </pc:spChg>
        <pc:spChg chg="mod">
          <ac:chgData name="Sabavath Lavanya" userId="29785cd835c4d4f3" providerId="LiveId" clId="{FF28A218-1123-4628-9AF8-FD3A5F418374}" dt="2025-06-20T16:35:10.201" v="5875" actId="207"/>
          <ac:spMkLst>
            <pc:docMk/>
            <pc:sldMk cId="962484102" sldId="262"/>
            <ac:spMk id="3" creationId="{C42B2E70-B577-0627-0D91-6161E10D2CDE}"/>
          </ac:spMkLst>
        </pc:spChg>
        <pc:picChg chg="add mod">
          <ac:chgData name="Sabavath Lavanya" userId="29785cd835c4d4f3" providerId="LiveId" clId="{FF28A218-1123-4628-9AF8-FD3A5F418374}" dt="2025-06-20T10:30:48.113" v="3343" actId="1076"/>
          <ac:picMkLst>
            <pc:docMk/>
            <pc:sldMk cId="962484102" sldId="262"/>
            <ac:picMk id="4" creationId="{1A6BFC18-DC85-F6D3-A2A9-C9B99D356990}"/>
          </ac:picMkLst>
        </pc:picChg>
        <pc:picChg chg="add mod">
          <ac:chgData name="Sabavath Lavanya" userId="29785cd835c4d4f3" providerId="LiveId" clId="{FF28A218-1123-4628-9AF8-FD3A5F418374}" dt="2025-06-19T14:44:15.675" v="3306" actId="1076"/>
          <ac:picMkLst>
            <pc:docMk/>
            <pc:sldMk cId="962484102" sldId="262"/>
            <ac:picMk id="5" creationId="{F6801668-FED2-5D5E-E823-050DBFBA6F00}"/>
          </ac:picMkLst>
        </pc:picChg>
        <pc:picChg chg="add mod">
          <ac:chgData name="Sabavath Lavanya" userId="29785cd835c4d4f3" providerId="LiveId" clId="{FF28A218-1123-4628-9AF8-FD3A5F418374}" dt="2025-06-20T10:30:57.300" v="3344" actId="1076"/>
          <ac:picMkLst>
            <pc:docMk/>
            <pc:sldMk cId="962484102" sldId="262"/>
            <ac:picMk id="7" creationId="{E7E6149D-A007-FC16-296A-171C0EAE75D0}"/>
          </ac:picMkLst>
        </pc:picChg>
      </pc:sldChg>
      <pc:sldChg chg="addSp modSp new mod setBg">
        <pc:chgData name="Sabavath Lavanya" userId="29785cd835c4d4f3" providerId="LiveId" clId="{FF28A218-1123-4628-9AF8-FD3A5F418374}" dt="2025-06-20T16:35:48.301" v="5880" actId="207"/>
        <pc:sldMkLst>
          <pc:docMk/>
          <pc:sldMk cId="1348339349" sldId="263"/>
        </pc:sldMkLst>
        <pc:spChg chg="mod">
          <ac:chgData name="Sabavath Lavanya" userId="29785cd835c4d4f3" providerId="LiveId" clId="{FF28A218-1123-4628-9AF8-FD3A5F418374}" dt="2025-06-20T10:43:59.067" v="3791" actId="113"/>
          <ac:spMkLst>
            <pc:docMk/>
            <pc:sldMk cId="1348339349" sldId="263"/>
            <ac:spMk id="2" creationId="{C089A34E-E317-A9DE-C226-22E0AEEFE11F}"/>
          </ac:spMkLst>
        </pc:spChg>
        <pc:spChg chg="mod">
          <ac:chgData name="Sabavath Lavanya" userId="29785cd835c4d4f3" providerId="LiveId" clId="{FF28A218-1123-4628-9AF8-FD3A5F418374}" dt="2025-06-20T16:35:48.301" v="5880" actId="207"/>
          <ac:spMkLst>
            <pc:docMk/>
            <pc:sldMk cId="1348339349" sldId="263"/>
            <ac:spMk id="3" creationId="{DA13D0E5-6BDF-CECC-551E-6F1305D1A8A3}"/>
          </ac:spMkLst>
        </pc:spChg>
        <pc:picChg chg="add mod">
          <ac:chgData name="Sabavath Lavanya" userId="29785cd835c4d4f3" providerId="LiveId" clId="{FF28A218-1123-4628-9AF8-FD3A5F418374}" dt="2025-06-20T10:46:32.258" v="3833" actId="14100"/>
          <ac:picMkLst>
            <pc:docMk/>
            <pc:sldMk cId="1348339349" sldId="263"/>
            <ac:picMk id="5" creationId="{724C7E29-B9D2-435A-229C-40A8C353033F}"/>
          </ac:picMkLst>
        </pc:picChg>
      </pc:sldChg>
      <pc:sldChg chg="addSp modSp new mod setBg">
        <pc:chgData name="Sabavath Lavanya" userId="29785cd835c4d4f3" providerId="LiveId" clId="{FF28A218-1123-4628-9AF8-FD3A5F418374}" dt="2025-06-20T16:36:10.714" v="5883" actId="207"/>
        <pc:sldMkLst>
          <pc:docMk/>
          <pc:sldMk cId="3943612974" sldId="264"/>
        </pc:sldMkLst>
        <pc:spChg chg="mod">
          <ac:chgData name="Sabavath Lavanya" userId="29785cd835c4d4f3" providerId="LiveId" clId="{FF28A218-1123-4628-9AF8-FD3A5F418374}" dt="2025-06-20T11:28:18.957" v="4066" actId="207"/>
          <ac:spMkLst>
            <pc:docMk/>
            <pc:sldMk cId="3943612974" sldId="264"/>
            <ac:spMk id="2" creationId="{F5A76CE5-EBCC-CEE1-0F0A-A3280B7A6A28}"/>
          </ac:spMkLst>
        </pc:spChg>
        <pc:spChg chg="mod">
          <ac:chgData name="Sabavath Lavanya" userId="29785cd835c4d4f3" providerId="LiveId" clId="{FF28A218-1123-4628-9AF8-FD3A5F418374}" dt="2025-06-20T16:36:10.714" v="5883" actId="207"/>
          <ac:spMkLst>
            <pc:docMk/>
            <pc:sldMk cId="3943612974" sldId="264"/>
            <ac:spMk id="3" creationId="{3A9FF397-B3CF-E923-7B31-86CAE5A249A7}"/>
          </ac:spMkLst>
        </pc:spChg>
        <pc:picChg chg="add mod">
          <ac:chgData name="Sabavath Lavanya" userId="29785cd835c4d4f3" providerId="LiveId" clId="{FF28A218-1123-4628-9AF8-FD3A5F418374}" dt="2025-06-20T11:31:47.943" v="4089" actId="14100"/>
          <ac:picMkLst>
            <pc:docMk/>
            <pc:sldMk cId="3943612974" sldId="264"/>
            <ac:picMk id="5" creationId="{581BA5B6-7737-F3E2-4FFB-D045CE1D8B6A}"/>
          </ac:picMkLst>
        </pc:picChg>
      </pc:sldChg>
      <pc:sldChg chg="addSp delSp modSp new mod setBg modClrScheme chgLayout">
        <pc:chgData name="Sabavath Lavanya" userId="29785cd835c4d4f3" providerId="LiveId" clId="{FF28A218-1123-4628-9AF8-FD3A5F418374}" dt="2025-06-20T16:31:40.266" v="5857" actId="207"/>
        <pc:sldMkLst>
          <pc:docMk/>
          <pc:sldMk cId="1580729758" sldId="265"/>
        </pc:sldMkLst>
        <pc:spChg chg="del mod ord">
          <ac:chgData name="Sabavath Lavanya" userId="29785cd835c4d4f3" providerId="LiveId" clId="{FF28A218-1123-4628-9AF8-FD3A5F418374}" dt="2025-06-20T12:09:01.154" v="4442" actId="21"/>
          <ac:spMkLst>
            <pc:docMk/>
            <pc:sldMk cId="1580729758" sldId="265"/>
            <ac:spMk id="2" creationId="{10D04749-E4B0-B951-096A-4A25187D9DDB}"/>
          </ac:spMkLst>
        </pc:spChg>
        <pc:spChg chg="add del mod">
          <ac:chgData name="Sabavath Lavanya" userId="29785cd835c4d4f3" providerId="LiveId" clId="{FF28A218-1123-4628-9AF8-FD3A5F418374}" dt="2025-06-20T12:08:43.945" v="4441" actId="700"/>
          <ac:spMkLst>
            <pc:docMk/>
            <pc:sldMk cId="1580729758" sldId="265"/>
            <ac:spMk id="3" creationId="{599B5801-7F05-4633-5ACB-ECAE35431C16}"/>
          </ac:spMkLst>
        </pc:spChg>
        <pc:spChg chg="add del mod">
          <ac:chgData name="Sabavath Lavanya" userId="29785cd835c4d4f3" providerId="LiveId" clId="{FF28A218-1123-4628-9AF8-FD3A5F418374}" dt="2025-06-20T12:37:57.119" v="4924" actId="21"/>
          <ac:spMkLst>
            <pc:docMk/>
            <pc:sldMk cId="1580729758" sldId="265"/>
            <ac:spMk id="8" creationId="{7FD9431F-5E68-57B6-68AA-D266C43E7B3D}"/>
          </ac:spMkLst>
        </pc:spChg>
        <pc:spChg chg="add mod">
          <ac:chgData name="Sabavath Lavanya" userId="29785cd835c4d4f3" providerId="LiveId" clId="{FF28A218-1123-4628-9AF8-FD3A5F418374}" dt="2025-06-20T16:31:40.266" v="5857" actId="207"/>
          <ac:spMkLst>
            <pc:docMk/>
            <pc:sldMk cId="1580729758" sldId="265"/>
            <ac:spMk id="9" creationId="{3496DCEF-710B-BF98-E7ED-34A43B455E9D}"/>
          </ac:spMkLst>
        </pc:spChg>
        <pc:picChg chg="add del mod ord">
          <ac:chgData name="Sabavath Lavanya" userId="29785cd835c4d4f3" providerId="LiveId" clId="{FF28A218-1123-4628-9AF8-FD3A5F418374}" dt="2025-06-20T11:57:56.519" v="4366" actId="22"/>
          <ac:picMkLst>
            <pc:docMk/>
            <pc:sldMk cId="1580729758" sldId="265"/>
            <ac:picMk id="5" creationId="{A840583A-26D8-BE77-A7B4-0C24DCC9A092}"/>
          </ac:picMkLst>
        </pc:picChg>
        <pc:picChg chg="add del mod">
          <ac:chgData name="Sabavath Lavanya" userId="29785cd835c4d4f3" providerId="LiveId" clId="{FF28A218-1123-4628-9AF8-FD3A5F418374}" dt="2025-06-20T12:37:35.240" v="4922" actId="21"/>
          <ac:picMkLst>
            <pc:docMk/>
            <pc:sldMk cId="1580729758" sldId="265"/>
            <ac:picMk id="7" creationId="{A5D56715-E66C-769B-0F8D-1D21034329F0}"/>
          </ac:picMkLst>
        </pc:picChg>
        <pc:picChg chg="add mod">
          <ac:chgData name="Sabavath Lavanya" userId="29785cd835c4d4f3" providerId="LiveId" clId="{FF28A218-1123-4628-9AF8-FD3A5F418374}" dt="2025-06-20T16:14:22.863" v="5515" actId="1076"/>
          <ac:picMkLst>
            <pc:docMk/>
            <pc:sldMk cId="1580729758" sldId="265"/>
            <ac:picMk id="11" creationId="{3B946B69-27DC-297B-3690-31EE9F85917B}"/>
          </ac:picMkLst>
        </pc:picChg>
        <pc:picChg chg="add mod">
          <ac:chgData name="Sabavath Lavanya" userId="29785cd835c4d4f3" providerId="LiveId" clId="{FF28A218-1123-4628-9AF8-FD3A5F418374}" dt="2025-06-20T16:14:28.101" v="5516" actId="1076"/>
          <ac:picMkLst>
            <pc:docMk/>
            <pc:sldMk cId="1580729758" sldId="265"/>
            <ac:picMk id="13" creationId="{E15D8681-4548-2698-5C37-9E17ACBD5D48}"/>
          </ac:picMkLst>
        </pc:picChg>
        <pc:picChg chg="add del">
          <ac:chgData name="Sabavath Lavanya" userId="29785cd835c4d4f3" providerId="LiveId" clId="{FF28A218-1123-4628-9AF8-FD3A5F418374}" dt="2025-06-20T12:46:49.741" v="4940" actId="21"/>
          <ac:picMkLst>
            <pc:docMk/>
            <pc:sldMk cId="1580729758" sldId="265"/>
            <ac:picMk id="15" creationId="{44D08C93-33FA-BE64-8772-F7CC120A1921}"/>
          </ac:picMkLst>
        </pc:picChg>
        <pc:picChg chg="add mod">
          <ac:chgData name="Sabavath Lavanya" userId="29785cd835c4d4f3" providerId="LiveId" clId="{FF28A218-1123-4628-9AF8-FD3A5F418374}" dt="2025-06-20T16:14:31.946" v="5517" actId="1076"/>
          <ac:picMkLst>
            <pc:docMk/>
            <pc:sldMk cId="1580729758" sldId="265"/>
            <ac:picMk id="17" creationId="{CD508FAD-0FD3-7151-1B63-9F6878FD08C7}"/>
          </ac:picMkLst>
        </pc:picChg>
      </pc:sldChg>
      <pc:sldChg chg="addSp delSp modSp new del mod setBg chgLayout">
        <pc:chgData name="Sabavath Lavanya" userId="29785cd835c4d4f3" providerId="LiveId" clId="{FF28A218-1123-4628-9AF8-FD3A5F418374}" dt="2025-06-20T11:57:21.134" v="4358" actId="2696"/>
        <pc:sldMkLst>
          <pc:docMk/>
          <pc:sldMk cId="2218345783" sldId="265"/>
        </pc:sldMkLst>
        <pc:spChg chg="add del mod">
          <ac:chgData name="Sabavath Lavanya" userId="29785cd835c4d4f3" providerId="LiveId" clId="{FF28A218-1123-4628-9AF8-FD3A5F418374}" dt="2025-06-20T11:56:53.334" v="4357" actId="122"/>
          <ac:spMkLst>
            <pc:docMk/>
            <pc:sldMk cId="2218345783" sldId="265"/>
            <ac:spMk id="2" creationId="{E7D1D366-38E9-2C75-73D6-8A70D1AE8D10}"/>
          </ac:spMkLst>
        </pc:spChg>
        <pc:spChg chg="del mod">
          <ac:chgData name="Sabavath Lavanya" userId="29785cd835c4d4f3" providerId="LiveId" clId="{FF28A218-1123-4628-9AF8-FD3A5F418374}" dt="2025-06-20T11:55:16.928" v="4329" actId="22"/>
          <ac:spMkLst>
            <pc:docMk/>
            <pc:sldMk cId="2218345783" sldId="265"/>
            <ac:spMk id="3" creationId="{F4A11AC0-D1BB-C438-6FFB-87566DCF3517}"/>
          </ac:spMkLst>
        </pc:spChg>
        <pc:spChg chg="add del mod ord">
          <ac:chgData name="Sabavath Lavanya" userId="29785cd835c4d4f3" providerId="LiveId" clId="{FF28A218-1123-4628-9AF8-FD3A5F418374}" dt="2025-06-20T11:56:08.843" v="4332" actId="700"/>
          <ac:spMkLst>
            <pc:docMk/>
            <pc:sldMk cId="2218345783" sldId="265"/>
            <ac:spMk id="6" creationId="{A580C4F2-2D35-7D17-81A5-C88B139BA844}"/>
          </ac:spMkLst>
        </pc:spChg>
        <pc:picChg chg="add mod ord">
          <ac:chgData name="Sabavath Lavanya" userId="29785cd835c4d4f3" providerId="LiveId" clId="{FF28A218-1123-4628-9AF8-FD3A5F418374}" dt="2025-06-20T11:56:17.327" v="4334" actId="14100"/>
          <ac:picMkLst>
            <pc:docMk/>
            <pc:sldMk cId="2218345783" sldId="265"/>
            <ac:picMk id="5" creationId="{5668E62D-AC01-2A47-21CD-D76B2108B8AF}"/>
          </ac:picMkLst>
        </pc:picChg>
      </pc:sldChg>
      <pc:sldChg chg="addSp delSp modSp new mod setBg modClrScheme chgLayout">
        <pc:chgData name="Sabavath Lavanya" userId="29785cd835c4d4f3" providerId="LiveId" clId="{FF28A218-1123-4628-9AF8-FD3A5F418374}" dt="2025-06-20T17:54:49.797" v="6703" actId="20577"/>
        <pc:sldMkLst>
          <pc:docMk/>
          <pc:sldMk cId="3329229778" sldId="266"/>
        </pc:sldMkLst>
        <pc:spChg chg="del">
          <ac:chgData name="Sabavath Lavanya" userId="29785cd835c4d4f3" providerId="LiveId" clId="{FF28A218-1123-4628-9AF8-FD3A5F418374}" dt="2025-06-20T12:09:25.658" v="4443" actId="700"/>
          <ac:spMkLst>
            <pc:docMk/>
            <pc:sldMk cId="3329229778" sldId="266"/>
            <ac:spMk id="2" creationId="{E2531CA9-5834-BD6B-498F-D491E41180C9}"/>
          </ac:spMkLst>
        </pc:spChg>
        <pc:spChg chg="del">
          <ac:chgData name="Sabavath Lavanya" userId="29785cd835c4d4f3" providerId="LiveId" clId="{FF28A218-1123-4628-9AF8-FD3A5F418374}" dt="2025-06-20T12:09:25.658" v="4443" actId="700"/>
          <ac:spMkLst>
            <pc:docMk/>
            <pc:sldMk cId="3329229778" sldId="266"/>
            <ac:spMk id="3" creationId="{D166EC65-A5AC-66EE-A23F-BEF6130378EE}"/>
          </ac:spMkLst>
        </pc:spChg>
        <pc:spChg chg="add del mod">
          <ac:chgData name="Sabavath Lavanya" userId="29785cd835c4d4f3" providerId="LiveId" clId="{FF28A218-1123-4628-9AF8-FD3A5F418374}" dt="2025-06-20T12:09:51.229" v="4445" actId="21"/>
          <ac:spMkLst>
            <pc:docMk/>
            <pc:sldMk cId="3329229778" sldId="266"/>
            <ac:spMk id="4" creationId="{6AA2A1E4-876A-1EC5-2665-BB2780CCEEF2}"/>
          </ac:spMkLst>
        </pc:spChg>
        <pc:spChg chg="add del mod">
          <ac:chgData name="Sabavath Lavanya" userId="29785cd835c4d4f3" providerId="LiveId" clId="{FF28A218-1123-4628-9AF8-FD3A5F418374}" dt="2025-06-20T12:10:57.119" v="4449" actId="21"/>
          <ac:spMkLst>
            <pc:docMk/>
            <pc:sldMk cId="3329229778" sldId="266"/>
            <ac:spMk id="5" creationId="{6AA2A1E4-876A-1EC5-2665-BB2780CCEEF2}"/>
          </ac:spMkLst>
        </pc:spChg>
        <pc:spChg chg="add del mod ord">
          <ac:chgData name="Sabavath Lavanya" userId="29785cd835c4d4f3" providerId="LiveId" clId="{FF28A218-1123-4628-9AF8-FD3A5F418374}" dt="2025-06-20T12:10:51.679" v="4448" actId="21"/>
          <ac:spMkLst>
            <pc:docMk/>
            <pc:sldMk cId="3329229778" sldId="266"/>
            <ac:spMk id="6" creationId="{BA638B0F-0ECA-4A21-AE7A-C34C9137EAF0}"/>
          </ac:spMkLst>
        </pc:spChg>
        <pc:spChg chg="add mod ord">
          <ac:chgData name="Sabavath Lavanya" userId="29785cd835c4d4f3" providerId="LiveId" clId="{FF28A218-1123-4628-9AF8-FD3A5F418374}" dt="2025-06-20T17:54:49.797" v="6703" actId="20577"/>
          <ac:spMkLst>
            <pc:docMk/>
            <pc:sldMk cId="3329229778" sldId="266"/>
            <ac:spMk id="7" creationId="{19037445-F434-EECA-E25E-7B194DA62049}"/>
          </ac:spMkLst>
        </pc:spChg>
        <pc:picChg chg="add mod">
          <ac:chgData name="Sabavath Lavanya" userId="29785cd835c4d4f3" providerId="LiveId" clId="{FF28A218-1123-4628-9AF8-FD3A5F418374}" dt="2025-06-20T12:16:33.580" v="4480" actId="14100"/>
          <ac:picMkLst>
            <pc:docMk/>
            <pc:sldMk cId="3329229778" sldId="266"/>
            <ac:picMk id="9" creationId="{1DF1062A-6814-E15D-8372-B1923F168A3E}"/>
          </ac:picMkLst>
        </pc:picChg>
        <pc:picChg chg="add mod">
          <ac:chgData name="Sabavath Lavanya" userId="29785cd835c4d4f3" providerId="LiveId" clId="{FF28A218-1123-4628-9AF8-FD3A5F418374}" dt="2025-06-20T12:36:01.487" v="4904" actId="14100"/>
          <ac:picMkLst>
            <pc:docMk/>
            <pc:sldMk cId="3329229778" sldId="266"/>
            <ac:picMk id="11" creationId="{AC0E74D6-81F9-94B8-28D6-17BC950EEC02}"/>
          </ac:picMkLst>
        </pc:picChg>
      </pc:sldChg>
      <pc:sldChg chg="addSp delSp modSp new mod setBg chgLayout">
        <pc:chgData name="Sabavath Lavanya" userId="29785cd835c4d4f3" providerId="LiveId" clId="{FF28A218-1123-4628-9AF8-FD3A5F418374}" dt="2025-06-20T16:56:23.184" v="6580" actId="20577"/>
        <pc:sldMkLst>
          <pc:docMk/>
          <pc:sldMk cId="3431634138" sldId="267"/>
        </pc:sldMkLst>
        <pc:spChg chg="del">
          <ac:chgData name="Sabavath Lavanya" userId="29785cd835c4d4f3" providerId="LiveId" clId="{FF28A218-1123-4628-9AF8-FD3A5F418374}" dt="2025-06-20T16:21:00.491" v="5567" actId="700"/>
          <ac:spMkLst>
            <pc:docMk/>
            <pc:sldMk cId="3431634138" sldId="267"/>
            <ac:spMk id="2" creationId="{E24501F0-AFD2-07AF-D179-F880A30F6B52}"/>
          </ac:spMkLst>
        </pc:spChg>
        <pc:spChg chg="del">
          <ac:chgData name="Sabavath Lavanya" userId="29785cd835c4d4f3" providerId="LiveId" clId="{FF28A218-1123-4628-9AF8-FD3A5F418374}" dt="2025-06-20T16:21:00.491" v="5567" actId="700"/>
          <ac:spMkLst>
            <pc:docMk/>
            <pc:sldMk cId="3431634138" sldId="267"/>
            <ac:spMk id="3" creationId="{1F57102A-E4DC-2B28-CB5B-3A72CCF17E32}"/>
          </ac:spMkLst>
        </pc:spChg>
        <pc:spChg chg="add del mod ord">
          <ac:chgData name="Sabavath Lavanya" userId="29785cd835c4d4f3" providerId="LiveId" clId="{FF28A218-1123-4628-9AF8-FD3A5F418374}" dt="2025-06-20T16:21:07.980" v="5568" actId="21"/>
          <ac:spMkLst>
            <pc:docMk/>
            <pc:sldMk cId="3431634138" sldId="267"/>
            <ac:spMk id="4" creationId="{15BAF091-B5E0-720B-D3C4-0CBD56E4679B}"/>
          </ac:spMkLst>
        </pc:spChg>
        <pc:spChg chg="add mod ord">
          <ac:chgData name="Sabavath Lavanya" userId="29785cd835c4d4f3" providerId="LiveId" clId="{FF28A218-1123-4628-9AF8-FD3A5F418374}" dt="2025-06-20T16:56:23.184" v="6580" actId="20577"/>
          <ac:spMkLst>
            <pc:docMk/>
            <pc:sldMk cId="3431634138" sldId="267"/>
            <ac:spMk id="5" creationId="{8DC07661-CA92-2B31-10B9-F6EF5D9767D3}"/>
          </ac:spMkLst>
        </pc:spChg>
      </pc:sldChg>
      <pc:sldChg chg="new del">
        <pc:chgData name="Sabavath Lavanya" userId="29785cd835c4d4f3" providerId="LiveId" clId="{FF28A218-1123-4628-9AF8-FD3A5F418374}" dt="2025-06-20T16:04:14.195" v="5511" actId="47"/>
        <pc:sldMkLst>
          <pc:docMk/>
          <pc:sldMk cId="3886342085" sldId="267"/>
        </pc:sldMkLst>
      </pc:sldChg>
      <pc:sldChg chg="delSp modSp new mod setBg">
        <pc:chgData name="Sabavath Lavanya" userId="29785cd835c4d4f3" providerId="LiveId" clId="{FF28A218-1123-4628-9AF8-FD3A5F418374}" dt="2025-06-20T17:49:12.462" v="6648" actId="20577"/>
        <pc:sldMkLst>
          <pc:docMk/>
          <pc:sldMk cId="1254263389" sldId="268"/>
        </pc:sldMkLst>
        <pc:spChg chg="del">
          <ac:chgData name="Sabavath Lavanya" userId="29785cd835c4d4f3" providerId="LiveId" clId="{FF28A218-1123-4628-9AF8-FD3A5F418374}" dt="2025-06-20T17:46:10.734" v="6582" actId="21"/>
          <ac:spMkLst>
            <pc:docMk/>
            <pc:sldMk cId="1254263389" sldId="268"/>
            <ac:spMk id="2" creationId="{FE3743B1-C771-60E3-3C87-F68873BBF904}"/>
          </ac:spMkLst>
        </pc:spChg>
        <pc:spChg chg="mod">
          <ac:chgData name="Sabavath Lavanya" userId="29785cd835c4d4f3" providerId="LiveId" clId="{FF28A218-1123-4628-9AF8-FD3A5F418374}" dt="2025-06-20T17:49:12.462" v="6648" actId="20577"/>
          <ac:spMkLst>
            <pc:docMk/>
            <pc:sldMk cId="1254263389" sldId="268"/>
            <ac:spMk id="3" creationId="{E7129CA2-1252-9E9E-4D26-80D89E6BF82A}"/>
          </ac:spMkLst>
        </pc:spChg>
      </pc:sldChg>
      <pc:sldChg chg="new del">
        <pc:chgData name="Sabavath Lavanya" userId="29785cd835c4d4f3" providerId="LiveId" clId="{FF28A218-1123-4628-9AF8-FD3A5F418374}" dt="2025-06-20T16:04:12.428" v="5510" actId="47"/>
        <pc:sldMkLst>
          <pc:docMk/>
          <pc:sldMk cId="2179828134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8F32C-DCD0-C502-F8BB-0842134E5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0D386-CDAD-E26B-20A1-A3EDEF7334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3F78B-2AA7-4128-C0A8-3EF144CE2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0B5F-2C88-4170-BCB5-9DB927827E36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F44F4-383C-B4B1-F638-942ED3070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59163-78B9-D2FA-40F4-242694248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95D59-4DC6-48DA-8AE6-11DA291B23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445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30C7C-DD3E-EE7F-BA57-1F18E4B2B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13BD5-CA59-7A6B-7515-285890925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549C1-6C22-E182-F93E-78A967F83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0B5F-2C88-4170-BCB5-9DB927827E36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CF09B-EFD9-2F7B-D9A8-C00B8C193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5B2A5-054B-8A5D-D462-A994B674F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95D59-4DC6-48DA-8AE6-11DA291B23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963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B55D-CC69-5B68-9872-A3DB2ACC0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778CA-FA59-CEDE-5423-5DC3FB6D5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83FF0-995B-5D9E-DF94-DB0EA753F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0B5F-2C88-4170-BCB5-9DB927827E36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DFE6F-1842-F2B4-E233-43EBB5FCC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95164-0ECD-FAD9-8E7C-1F603C430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95D59-4DC6-48DA-8AE6-11DA291B23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64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8F482-4B1B-37D2-B3E8-A9692DC82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3C8C8-F5F2-974F-CA72-55381C8F55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206480-4C09-55E3-16FA-B59F171C4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5EBB3-78F3-2D02-0E95-28F2B6222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0B5F-2C88-4170-BCB5-9DB927827E36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61EA2C-9082-579D-2A03-1B943B9ED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02BF6-C9AC-D507-91CA-A8A332C23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95D59-4DC6-48DA-8AE6-11DA291B23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712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31957-81EA-5250-6343-B224EFF7C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28229-6E74-437F-E0DB-17B375173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7E7609-7D5A-709A-753E-239DF3D080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D32C25-2292-946A-20B0-0D0E61CF28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C4B680-2881-838C-4DB9-D3769E8CD7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292399-E628-BE48-C5EE-1E3307568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0B5F-2C88-4170-BCB5-9DB927827E36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CB0F01-9313-A847-87C2-4E92AEE1B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3A4B0A-1A49-09B3-722E-37DCD1EA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95D59-4DC6-48DA-8AE6-11DA291B23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128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0DD3-B5FF-3C26-BDA6-D13E579B7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92FCE3-3702-D5E0-8185-EA3FE4C26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0B5F-2C88-4170-BCB5-9DB927827E36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B67E9A-500B-5DE0-25AC-45AF14C3F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5274FE-1AC8-0A97-6311-7DD0AEC6C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95D59-4DC6-48DA-8AE6-11DA291B23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05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279059-2A4D-9570-E595-17648A2C9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0B5F-2C88-4170-BCB5-9DB927827E36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1B867C-FDD1-E135-7F0F-DBA9E895C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83675-77CB-3B53-25A1-A2DF2D90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95D59-4DC6-48DA-8AE6-11DA291B23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201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AFC90-F32E-05E2-EDC6-82908B149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C3305-C7B2-7C07-CC93-0816774D8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5525C1-7F8F-1DA6-F237-B6F6158DF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60A6E-CAEB-C311-EEFF-65BEB26C3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0B5F-2C88-4170-BCB5-9DB927827E36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A4B61E-400A-356C-8B75-05AAB5AEA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A76A26-7864-304F-3C29-C73F0ADB4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95D59-4DC6-48DA-8AE6-11DA291B23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683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57211-038B-AC31-C48D-8EAACF60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90F281-6B81-E5BB-0C18-B407F56E29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F15385-1CD5-0F23-9835-B095AA34F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B9846-036B-4410-89A8-B45CEB33A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0B5F-2C88-4170-BCB5-9DB927827E36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42DD4-5E9D-D5B1-EBF8-F8C6896CF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5A2C2-2F33-BD6A-198A-BB1F36B3C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95D59-4DC6-48DA-8AE6-11DA291B23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613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1C4D7-840B-EC3C-6284-AC0AE7525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1BBE38-5E6E-4991-8128-4395889173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B69DF-B08C-68ED-557E-8CDD46EF2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0B5F-2C88-4170-BCB5-9DB927827E36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162A5-59FC-3AEB-B63D-259C10925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8B23A-4682-0B98-E64B-398908B6A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95D59-4DC6-48DA-8AE6-11DA291B23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117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2E7DC3-A335-4AE8-7DAE-B5DC032D61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140766-A503-19B8-0629-734EDF3B0C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5B0CA-3106-B186-364F-746BA67D2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0B5F-2C88-4170-BCB5-9DB927827E36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A705A-02E4-BAC4-6E7D-1F4747A2D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B526E-C084-9E93-4AC2-04A22E731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95D59-4DC6-48DA-8AE6-11DA291B23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768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A87FC9-0F1D-A96C-2D6A-01166C817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3E164-62E5-B58E-C71D-83FA46D4E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A1926-BE5D-8EB7-F6A2-ABD360048E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90B5F-2C88-4170-BCB5-9DB927827E36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3BA0-519E-56AD-BD05-24B177BDFD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2EC0D-64BB-429B-69BD-42B1CC8A9C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95D59-4DC6-48DA-8AE6-11DA291B23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873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44000">
              <a:schemeClr val="accent1">
                <a:lumMod val="45000"/>
                <a:lumOff val="55000"/>
              </a:schemeClr>
            </a:gs>
            <a:gs pos="75000">
              <a:schemeClr val="accent1">
                <a:lumMod val="45000"/>
                <a:lumOff val="55000"/>
              </a:schemeClr>
            </a:gs>
            <a:gs pos="95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B6267-7768-F2E4-B547-27A31F6CD7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8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RIDE IT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9E459DE-21A3-2BA3-CB79-25147C919B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602038"/>
            <a:ext cx="9881419" cy="2641446"/>
          </a:xfrm>
        </p:spPr>
        <p:txBody>
          <a:bodyPr/>
          <a:lstStyle/>
          <a:p>
            <a:r>
              <a:rPr lang="en-IN" sz="4000" dirty="0">
                <a:solidFill>
                  <a:srgbClr val="002060"/>
                </a:solidFill>
              </a:rPr>
              <a:t>Capstone Rides Data Analysis</a:t>
            </a:r>
            <a:r>
              <a:rPr lang="en-IN" dirty="0">
                <a:solidFill>
                  <a:srgbClr val="002060"/>
                </a:solidFill>
              </a:rPr>
              <a:t> </a:t>
            </a:r>
          </a:p>
          <a:p>
            <a:endParaRPr lang="en-IN" dirty="0">
              <a:solidFill>
                <a:srgbClr val="002060"/>
              </a:solidFill>
            </a:endParaRPr>
          </a:p>
          <a:p>
            <a:endParaRPr lang="en-IN" dirty="0">
              <a:solidFill>
                <a:srgbClr val="002060"/>
              </a:solidFill>
            </a:endParaRPr>
          </a:p>
          <a:p>
            <a:endParaRPr lang="en-IN" dirty="0">
              <a:solidFill>
                <a:srgbClr val="002060"/>
              </a:solidFill>
            </a:endParaRPr>
          </a:p>
          <a:p>
            <a:r>
              <a:rPr lang="en-IN" dirty="0">
                <a:solidFill>
                  <a:srgbClr val="002060"/>
                </a:solidFill>
              </a:rPr>
              <a:t>                                                                                                             </a:t>
            </a:r>
            <a:r>
              <a:rPr lang="en-IN" sz="2800" dirty="0">
                <a:solidFill>
                  <a:srgbClr val="002060"/>
                </a:solidFill>
              </a:rPr>
              <a:t> </a:t>
            </a:r>
            <a:r>
              <a:rPr lang="en-IN" sz="2800" dirty="0">
                <a:solidFill>
                  <a:schemeClr val="accent2">
                    <a:lumMod val="50000"/>
                  </a:schemeClr>
                </a:solidFill>
              </a:rPr>
              <a:t>S.Lavanya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644EE2-2CA2-CB2F-EB12-20D50886B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627" y="2219632"/>
            <a:ext cx="1553496" cy="1209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91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67296-DC12-8384-534A-10E752DF80D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IN" b="1" dirty="0">
                <a:solidFill>
                  <a:schemeClr val="bg2">
                    <a:lumMod val="10000"/>
                  </a:schemeClr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B9CC6-37F2-16B2-03C1-342DA86D5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755" y="1825625"/>
            <a:ext cx="10636045" cy="4351338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r>
              <a:rPr lang="en-IN" dirty="0"/>
              <a:t>RIDE IT is a Multi-service mobility company that offers many types of transport services in one app. Like e-scooters ,e-bikes ,e-vespas ,and car sharing etc..,</a:t>
            </a:r>
          </a:p>
          <a:p>
            <a:r>
              <a:rPr lang="en-IN" dirty="0"/>
              <a:t>This company is working for two different countries</a:t>
            </a:r>
          </a:p>
          <a:p>
            <a:pPr lvl="1"/>
            <a:r>
              <a:rPr lang="en-IN" dirty="0"/>
              <a:t> Germany</a:t>
            </a:r>
          </a:p>
          <a:p>
            <a:pPr lvl="1"/>
            <a:r>
              <a:rPr lang="en-IN" dirty="0"/>
              <a:t>Spain</a:t>
            </a:r>
          </a:p>
          <a:p>
            <a:r>
              <a:rPr lang="en-IN" dirty="0"/>
              <a:t>Taxi and PHV(Private Hire Vehicles) are the two service types that are  available.</a:t>
            </a:r>
          </a:p>
          <a:p>
            <a:r>
              <a:rPr lang="en-IN" dirty="0"/>
              <a:t>Few of the drivers include both Taxi &amp; PHV.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565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BD4C0-5F65-E3C0-9630-19CD7A19C18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IN" b="1" dirty="0">
                <a:solidFill>
                  <a:schemeClr val="bg2">
                    <a:lumMod val="10000"/>
                  </a:schemeClr>
                </a:solidFill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62A51-F984-26FB-D033-FEB9A42EEEF0}"/>
              </a:ext>
            </a:extLst>
          </p:cNvPr>
          <p:cNvSpPr>
            <a:spLocks noGrp="1"/>
          </p:cNvSpPr>
          <p:nvPr>
            <p:ph idx="1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IN" dirty="0"/>
              <a:t>This presentation analyses drivers active performance on the RIDE IT platform across metrics, trends, patterns and opt-in behaviour.</a:t>
            </a:r>
          </a:p>
          <a:p>
            <a:r>
              <a:rPr lang="en-IN" dirty="0"/>
              <a:t>Use these insights to propose smart, impactful strategies that boost driver engagement and satisfaction.</a:t>
            </a:r>
          </a:p>
        </p:txBody>
      </p:sp>
    </p:spTree>
    <p:extLst>
      <p:ext uri="{BB962C8B-B14F-4D97-AF65-F5344CB8AC3E}">
        <p14:creationId xmlns:p14="http://schemas.microsoft.com/office/powerpoint/2010/main" val="50028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AF50A-C979-9FAB-5A30-AE322F7C3C4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IN" b="1" dirty="0"/>
              <a:t>RIDER INFORMATION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01B46-989F-31AB-55A1-A3BC209F9F27}"/>
              </a:ext>
            </a:extLst>
          </p:cNvPr>
          <p:cNvSpPr>
            <a:spLocks noGrp="1"/>
          </p:cNvSpPr>
          <p:nvPr>
            <p:ph idx="1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IN" dirty="0"/>
              <a:t>We have two different datasets about RIDE IT.</a:t>
            </a:r>
          </a:p>
          <a:p>
            <a:pPr lvl="1"/>
            <a:r>
              <a:rPr lang="en-IN" dirty="0"/>
              <a:t>Rideit_drivers</a:t>
            </a:r>
          </a:p>
          <a:p>
            <a:pPr lvl="1"/>
            <a:r>
              <a:rPr lang="en-IN" dirty="0"/>
              <a:t>Rideit_drivers_activity</a:t>
            </a:r>
          </a:p>
          <a:p>
            <a:r>
              <a:rPr lang="en-IN" dirty="0"/>
              <a:t>Rideit_drivers: Driver details are stored.</a:t>
            </a:r>
          </a:p>
          <a:p>
            <a:pPr lvl="1"/>
            <a:r>
              <a:rPr lang="en-IN" dirty="0"/>
              <a:t>Who the drivers are, when did they join, their ratings, if they receive marketing, gold rating, type of service. </a:t>
            </a:r>
          </a:p>
          <a:p>
            <a:r>
              <a:rPr lang="en-IN" dirty="0"/>
              <a:t>Rideit_drivers_activity: Details about drivers activity.</a:t>
            </a:r>
          </a:p>
          <a:p>
            <a:pPr lvl="1"/>
            <a:r>
              <a:rPr lang="en-IN" dirty="0"/>
              <a:t>Daily ride offers, accepted rides, completed rides and cancellations.</a:t>
            </a:r>
          </a:p>
          <a:p>
            <a:pPr lvl="1"/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5724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E6E73-7629-5A5F-9EC5-88450DCBBE7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IN" b="1" dirty="0"/>
              <a:t>BUSINESS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6F422-16DC-6B36-2E6A-AE5AEC012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61988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IN" dirty="0"/>
              <a:t>Total drivers are 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36.77K</a:t>
            </a:r>
            <a:r>
              <a:rPr lang="en-IN" dirty="0"/>
              <a:t> with total of 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5.90M</a:t>
            </a:r>
            <a:r>
              <a:rPr lang="en-IN" dirty="0"/>
              <a:t> Rides.</a:t>
            </a:r>
          </a:p>
          <a:p>
            <a:r>
              <a:rPr lang="en-IN" dirty="0"/>
              <a:t>Drivers who are working under TAXI: 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31321(85%)</a:t>
            </a:r>
            <a:r>
              <a:rPr lang="en-IN" dirty="0"/>
              <a:t>, PHV: 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5651(15%)</a:t>
            </a:r>
            <a:r>
              <a:rPr lang="en-IN" dirty="0"/>
              <a:t> and Both: 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201</a:t>
            </a:r>
            <a:r>
              <a:rPr lang="en-IN" dirty="0"/>
              <a:t> members only.</a:t>
            </a:r>
          </a:p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71%</a:t>
            </a:r>
            <a:r>
              <a:rPr lang="en-IN" dirty="0"/>
              <a:t> of drivers opted to receive marketing notifications.</a:t>
            </a:r>
          </a:p>
          <a:p>
            <a:r>
              <a:rPr lang="en-IN" dirty="0"/>
              <a:t>Peak activity rides on Friday-Saturday.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C88DD9-356A-78BE-7E20-4CBBAA6E0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20465" y="4311346"/>
            <a:ext cx="3334215" cy="2181529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F946AE-B17C-4082-39E9-D1C076028A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25301" y="4553084"/>
            <a:ext cx="3553321" cy="1247949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661053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B2E70-B577-0627-0D91-6161E10D2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2536"/>
            <a:ext cx="10515600" cy="6289399"/>
          </a:xfrm>
        </p:spPr>
        <p:txBody>
          <a:bodyPr/>
          <a:lstStyle/>
          <a:p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25M</a:t>
            </a:r>
            <a:r>
              <a:rPr lang="en-IN" sz="2400" dirty="0"/>
              <a:t> total offers generated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7.20M</a:t>
            </a:r>
            <a:r>
              <a:rPr lang="en-IN" sz="2400" dirty="0"/>
              <a:t> bookings at                                                             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28.4%</a:t>
            </a:r>
            <a:r>
              <a:rPr lang="en-IN" sz="2400" dirty="0"/>
              <a:t> conversion rate.</a:t>
            </a:r>
          </a:p>
          <a:p>
            <a:r>
              <a:rPr lang="en-IN" sz="2400" dirty="0"/>
              <a:t>Germany having more drivers(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25.6K</a:t>
            </a:r>
            <a:r>
              <a:rPr lang="en-IN" sz="2400" dirty="0"/>
              <a:t>) than                                                       Spain(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11.17K</a:t>
            </a:r>
            <a:r>
              <a:rPr lang="en-IN" sz="2400" dirty="0"/>
              <a:t>).</a:t>
            </a:r>
          </a:p>
          <a:p>
            <a:r>
              <a:rPr lang="en-IN" sz="2400" dirty="0"/>
              <a:t>Drivers of Spain chose only TAXI and Drivers of                                                  Germany chose both TAXI &amp; PHV. </a:t>
            </a:r>
            <a:r>
              <a:rPr lang="en-IN" dirty="0"/>
              <a:t>  </a:t>
            </a:r>
          </a:p>
          <a:p>
            <a:r>
              <a:rPr lang="en-IN" sz="2400" dirty="0"/>
              <a:t>TAXI service leads bookings (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5.5M</a:t>
            </a:r>
            <a:r>
              <a:rPr lang="en-IN" sz="2400" dirty="0"/>
              <a:t>) over</a:t>
            </a:r>
          </a:p>
          <a:p>
            <a:pPr marL="0" indent="0">
              <a:buNone/>
            </a:pPr>
            <a:r>
              <a:rPr lang="en-IN" sz="2400" dirty="0"/>
              <a:t>    PHV(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1.8M</a:t>
            </a:r>
            <a:r>
              <a:rPr lang="en-IN" sz="2400" dirty="0"/>
              <a:t>)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IN" dirty="0"/>
              <a:t>                                                   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801668-FED2-5D5E-E823-050DBFBA6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7655" y="486663"/>
            <a:ext cx="4016145" cy="23223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E6149D-A007-FC16-296A-171C0EAE7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4777" y="2973129"/>
            <a:ext cx="3581900" cy="29912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6BFC18-DC85-F6D3-A2A9-C9B99D356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522" y="3687353"/>
            <a:ext cx="3829584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484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9A34E-E317-A9DE-C226-22E0AEEFE11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b="1" dirty="0"/>
              <a:t>MONTHLY TRENDS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3D0E5-6BDF-CECC-551E-6F1305D1A8A3}"/>
              </a:ext>
            </a:extLst>
          </p:cNvPr>
          <p:cNvSpPr>
            <a:spLocks noGrp="1"/>
          </p:cNvSpPr>
          <p:nvPr>
            <p:ph idx="1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r>
              <a:rPr lang="en-US" dirty="0"/>
              <a:t>Drivers activity peaked in February 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31K</a:t>
            </a:r>
            <a:r>
              <a:rPr lang="en-US" dirty="0"/>
              <a:t>) then suddenly decreased to 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12K</a:t>
            </a:r>
            <a:r>
              <a:rPr lang="en-US" dirty="0"/>
              <a:t>) in April.</a:t>
            </a:r>
          </a:p>
          <a:p>
            <a:r>
              <a:rPr lang="en-US" dirty="0"/>
              <a:t>Again, Recovered from the month of May(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18K</a:t>
            </a:r>
            <a:r>
              <a:rPr lang="en-US" dirty="0"/>
              <a:t> to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23K</a:t>
            </a:r>
            <a:r>
              <a:rPr lang="en-US" dirty="0"/>
              <a:t> in June).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4C7E29-B9D2-435A-229C-40A8C3530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328" y="3323303"/>
            <a:ext cx="4516491" cy="271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339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76CE5-EBCC-CEE1-0F0A-A3280B7A6A2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b="1" dirty="0"/>
              <a:t>OFFERS,BOOKINGS and RIDES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FF397-B3CF-E923-7B31-86CAE5A24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5551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r>
              <a:rPr lang="en-US" dirty="0"/>
              <a:t>The number of offers is high in January compared to other months.</a:t>
            </a:r>
          </a:p>
          <a:p>
            <a:r>
              <a:rPr lang="en-US" dirty="0"/>
              <a:t>Offers, Bookings and Rides shows similar pattern with March-April.</a:t>
            </a:r>
          </a:p>
          <a:p>
            <a:r>
              <a:rPr lang="en-US" dirty="0"/>
              <a:t>Highest Bookings and Rides</a:t>
            </a:r>
          </a:p>
          <a:p>
            <a:pPr marL="0" indent="0">
              <a:buNone/>
            </a:pPr>
            <a:r>
              <a:rPr lang="en-IN" dirty="0"/>
              <a:t>   are done in the month of</a:t>
            </a:r>
          </a:p>
          <a:p>
            <a:pPr marL="0" indent="0">
              <a:buNone/>
            </a:pPr>
            <a:r>
              <a:rPr lang="en-IN" dirty="0"/>
              <a:t>   February(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2.3M</a:t>
            </a:r>
            <a:r>
              <a:rPr lang="en-IN" dirty="0"/>
              <a:t> &amp; 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1.9M</a:t>
            </a:r>
            <a:r>
              <a:rPr lang="en-IN" dirty="0"/>
              <a:t>) and</a:t>
            </a:r>
          </a:p>
          <a:p>
            <a:pPr marL="0" indent="0">
              <a:buNone/>
            </a:pPr>
            <a:r>
              <a:rPr lang="en-IN" dirty="0"/>
              <a:t>   lowest in April(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0.3M</a:t>
            </a:r>
            <a:r>
              <a:rPr lang="en-IN" dirty="0"/>
              <a:t> both).</a:t>
            </a:r>
          </a:p>
          <a:p>
            <a:r>
              <a:rPr lang="en-IN" dirty="0"/>
              <a:t>Reasons: Holidays, Weather,</a:t>
            </a:r>
          </a:p>
          <a:p>
            <a:pPr marL="0" indent="0">
              <a:buNone/>
            </a:pPr>
            <a:r>
              <a:rPr lang="en-IN" dirty="0"/>
              <a:t>   Price hikes.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1BA5B6-7737-F3E2-4FFB-D045CE1D8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072" y="3077497"/>
            <a:ext cx="5906728" cy="323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612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9037445-F434-EECA-E25E-7B194DA62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1994"/>
            <a:ext cx="10901516" cy="62340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u="sng" dirty="0"/>
              <a:t>MARKETING:</a:t>
            </a:r>
          </a:p>
          <a:p>
            <a:r>
              <a:rPr lang="en-US" sz="2400" dirty="0"/>
              <a:t>Marketing is a add on feature to boost the offers</a:t>
            </a:r>
          </a:p>
          <a:p>
            <a:pPr marL="0" indent="0">
              <a:buNone/>
            </a:pPr>
            <a:r>
              <a:rPr lang="en-US" sz="2400" dirty="0"/>
              <a:t>   to the Drivers.</a:t>
            </a:r>
          </a:p>
          <a:p>
            <a:r>
              <a:rPr lang="en-US" sz="2400" dirty="0"/>
              <a:t> Drivers who opted for marketing received more </a:t>
            </a:r>
          </a:p>
          <a:p>
            <a:pPr marL="0" indent="0">
              <a:buNone/>
            </a:pPr>
            <a:r>
              <a:rPr lang="en-US" sz="2400" dirty="0"/>
              <a:t>    offers resulting in completing high No. of rides.</a:t>
            </a:r>
          </a:p>
          <a:p>
            <a:r>
              <a:rPr lang="en-US" sz="2400" dirty="0"/>
              <a:t>Marketing could be helping the top-performing </a:t>
            </a:r>
          </a:p>
          <a:p>
            <a:pPr marL="0" indent="0">
              <a:buNone/>
            </a:pPr>
            <a:r>
              <a:rPr lang="en-US" sz="2400" dirty="0"/>
              <a:t>    drivers stay active and reach goals.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u="sng" dirty="0"/>
              <a:t>CANCELLATION:</a:t>
            </a:r>
          </a:p>
          <a:p>
            <a:r>
              <a:rPr lang="en-US" sz="2400" dirty="0"/>
              <a:t>Total number of bookings cancelled by Drivers</a:t>
            </a:r>
          </a:p>
          <a:p>
            <a:pPr marL="0" indent="0">
              <a:buNone/>
            </a:pPr>
            <a:r>
              <a:rPr lang="en-US" sz="2400" dirty="0"/>
              <a:t>    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42.33%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)</a:t>
            </a:r>
            <a:r>
              <a:rPr lang="en-US" sz="2400" dirty="0"/>
              <a:t> and bookings cancelled by Passengers</a:t>
            </a:r>
          </a:p>
          <a:p>
            <a:pPr marL="0" indent="0">
              <a:buNone/>
            </a:pPr>
            <a:r>
              <a:rPr lang="en-US" sz="2400" dirty="0"/>
              <a:t>    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57.67%</a:t>
            </a:r>
            <a:r>
              <a:rPr lang="en-US" sz="2400" dirty="0"/>
              <a:t>).</a:t>
            </a:r>
          </a:p>
          <a:p>
            <a:r>
              <a:rPr lang="en-US" sz="2400" dirty="0"/>
              <a:t>The Passenger cancellation rate is higher than</a:t>
            </a:r>
          </a:p>
          <a:p>
            <a:pPr marL="0" indent="0">
              <a:buNone/>
            </a:pPr>
            <a:r>
              <a:rPr lang="en-US" sz="2400" dirty="0"/>
              <a:t>    the Driver’s.</a:t>
            </a:r>
          </a:p>
          <a:p>
            <a:endParaRPr lang="en-IN" b="1" u="sn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F1062A-6814-E15D-8372-B1923F168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724" y="311994"/>
            <a:ext cx="3962076" cy="29436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C0E74D6-81F9-94B8-28D6-17BC950EE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7548" y="3429001"/>
            <a:ext cx="4435428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229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496DCEF-710B-BF98-E7ED-34A43B455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104" y="373627"/>
            <a:ext cx="11031792" cy="595834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 RATING, GOLD-LEVEL Drivers and Marketing Opt-in</a:t>
            </a:r>
          </a:p>
          <a:p>
            <a:r>
              <a:rPr lang="en-IN" sz="2400" dirty="0"/>
              <a:t>Drivers who chose Marketing Opt-in reached Gold-level more often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(442.57K Vs 114.43K).</a:t>
            </a:r>
          </a:p>
          <a:p>
            <a:r>
              <a:rPr lang="en-IN" sz="2400" dirty="0"/>
              <a:t>If a driver reached Gold-level 16 times on an Average, they are considered to be top performers in a specific week.</a:t>
            </a:r>
          </a:p>
          <a:p>
            <a:r>
              <a:rPr lang="en-IN" sz="2400" dirty="0"/>
              <a:t>Balanced rating distribution.</a:t>
            </a:r>
          </a:p>
          <a:p>
            <a:r>
              <a:rPr lang="en-IN" sz="2400" dirty="0"/>
              <a:t>On an Average,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4.8</a:t>
            </a:r>
            <a:r>
              <a:rPr lang="en-IN" sz="2400" dirty="0"/>
              <a:t> rating is given to the Drivers.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946B69-27DC-297B-3690-31EE9F859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03" y="3637935"/>
            <a:ext cx="4306528" cy="26043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5D8681-4548-2698-5C37-9E17ACBD5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206" y="3637935"/>
            <a:ext cx="3238952" cy="26043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D508FAD-0FD3-7151-1B63-9F6878FD08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6733" y="3637935"/>
            <a:ext cx="3315163" cy="260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729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C07661-CA92-2B31-10B9-F6EF5D976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2452"/>
            <a:ext cx="10515600" cy="57345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   </a:t>
            </a:r>
            <a:r>
              <a:rPr lang="en-US" b="1" dirty="0"/>
              <a:t>REASONS FOR DECLINE IN OFFERS and BOOKINGS:</a:t>
            </a:r>
          </a:p>
          <a:p>
            <a:r>
              <a:rPr lang="en-US" sz="2400" dirty="0"/>
              <a:t>Covid is the main reason for less number of drivers active after March.</a:t>
            </a:r>
          </a:p>
          <a:p>
            <a:r>
              <a:rPr lang="en-US" sz="2400" dirty="0"/>
              <a:t>Less number of drivers and customers contributed less offers and less bookings.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b="1" dirty="0"/>
              <a:t>RECOMMENDATIONS:</a:t>
            </a:r>
          </a:p>
          <a:p>
            <a:r>
              <a:rPr lang="en-US" sz="2400" dirty="0"/>
              <a:t>Encourage the drivers to opt for marketing to receive more offers.</a:t>
            </a:r>
          </a:p>
          <a:p>
            <a:r>
              <a:rPr lang="en-US" sz="2400" dirty="0"/>
              <a:t>Designing the price models based on the demand.</a:t>
            </a:r>
          </a:p>
          <a:p>
            <a:r>
              <a:rPr lang="en-US" sz="2400" dirty="0"/>
              <a:t>Make sure there is no technical issue causing a problem for riders to accept the offers.</a:t>
            </a:r>
          </a:p>
          <a:p>
            <a:r>
              <a:rPr lang="en-US" sz="2400" dirty="0"/>
              <a:t>Recognize and privilege high-rated, active drivers.</a:t>
            </a:r>
          </a:p>
          <a:p>
            <a:r>
              <a:rPr lang="en-US" sz="2400" dirty="0"/>
              <a:t>Provide extra benefits to drivers who consistently work weekends and occasional days.</a:t>
            </a:r>
          </a:p>
          <a:p>
            <a:r>
              <a:rPr lang="en-US" sz="2400" dirty="0"/>
              <a:t>Implement stricter cancellation policies.</a:t>
            </a:r>
          </a:p>
          <a:p>
            <a:pPr marL="0" indent="0">
              <a:buNone/>
            </a:pPr>
            <a:r>
              <a:rPr lang="en-US" sz="2400" dirty="0"/>
              <a:t>   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1634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29CA2-1252-9E9E-4D26-80D89E6BF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8258"/>
            <a:ext cx="10515600" cy="5488705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IN" sz="6000" dirty="0"/>
          </a:p>
          <a:p>
            <a:pPr marL="0" indent="0" algn="ctr">
              <a:buNone/>
            </a:pPr>
            <a:endParaRPr lang="en-IN" sz="6000" dirty="0"/>
          </a:p>
          <a:p>
            <a:pPr marL="0" indent="0" algn="ctr">
              <a:buNone/>
            </a:pPr>
            <a:r>
              <a:rPr lang="en-IN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54263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987</TotalTime>
  <Words>648</Words>
  <Application>Microsoft Office PowerPoint</Application>
  <PresentationFormat>Widescreen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RIDE IT</vt:lpstr>
      <vt:lpstr>INTRODUCTION</vt:lpstr>
      <vt:lpstr>OBJECTIVE</vt:lpstr>
      <vt:lpstr>RIDER INFORMATION DATA</vt:lpstr>
      <vt:lpstr>BUSINESS OVERVIEW</vt:lpstr>
      <vt:lpstr>PowerPoint Presentation</vt:lpstr>
      <vt:lpstr>MONTHLY TRENDS</vt:lpstr>
      <vt:lpstr>OFFERS,BOOKINGS and RIDES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Sabavath Lavanya</dc:creator>
  <cp:lastModifiedBy>Sabavath Lavanya</cp:lastModifiedBy>
  <cp:revision>1</cp:revision>
  <dcterms:created xsi:type="dcterms:W3CDTF">2025-06-17T12:11:10Z</dcterms:created>
  <dcterms:modified xsi:type="dcterms:W3CDTF">2025-06-20T18:08:23Z</dcterms:modified>
</cp:coreProperties>
</file>